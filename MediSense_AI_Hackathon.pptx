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5AEBB"/>
                </a:solidFill>
              </a:defRPr>
            </a:pPr>
            <a:r>
              <a:t>💊 MediSense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AI-Powered Health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ABE"/>
                </a:solidFill>
              </a:defRPr>
            </a:pPr>
            <a:r>
              <a:t>From consultation to care — audio to SOAP notes for doctors,</a:t>
            </a:r>
            <a:br/>
            <a:r>
              <a:t>lab reports to health guides for patients, and an AI companion that remembers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5AEBB"/>
                </a:solidFill>
              </a:defRPr>
            </a:pPr>
            <a:r>
              <a:t>🩺 Doctor Workflow   •   🧬 Patient Analysis   •   🧠 AI Chatbot   •   🎥 Video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ABE"/>
                </a:solidFill>
              </a:defRPr>
            </a:pPr>
            <a:r>
              <a:t>Hackathon 2026  |  Powered by OpenRouter + GPT-4o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AEBB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Healthcare documentation is broken.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47472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🩺 Doctor Side — Documentation Burden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9 min on EHR for every 15 min of patient care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43% of physicians experience burnout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2+ hours daily writing clinical notes manually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77% finish notes after working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347472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🧬 Patient Side — Health Literacy Gap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90% of adults struggle with health information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Only 12% have proficient health literacy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$236 billion annual cost from poor literacy</a:t>
            </a:r>
          </a:p>
          <a:p>
            <a:pPr>
              <a:spcBef>
                <a:spcPts val="800"/>
              </a:spcBef>
              <a:defRPr sz="1600" b="0">
                <a:solidFill>
                  <a:srgbClr val="A0AABE"/>
                </a:solidFill>
              </a:defRPr>
            </a:pPr>
            <a:r>
              <a:t>• 3x more likely to revisit 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AEBB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One platform. Four AI-powered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2D3EE"/>
                </a:solidFill>
              </a:defRPr>
            </a:pPr>
            <a: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Doctor SOAP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ABE"/>
                </a:solidFill>
              </a:defRPr>
            </a:pPr>
            <a:r>
              <a:t>Record → Transcribe → Diarize → NER → AI SOAP Note →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4ADE80"/>
                </a:solidFill>
              </a:defRPr>
            </a:pPr>
            <a:r>
              <a:t>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Patient Report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ABE"/>
                </a:solidFill>
              </a:defRPr>
            </a:pPr>
            <a:r>
              <a:t>Upload PDF → OCR → AI Analysis → Diet + Exercise + Precautions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A78BFA"/>
                </a:solidFill>
              </a:defRPr>
            </a:pPr>
            <a: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Dr. MediSense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ABE"/>
                </a:solidFill>
              </a:defRPr>
            </a:pPr>
            <a:r>
              <a:t>Persistent AI companion with memory of all reports &amp; conversations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BBF24"/>
                </a:solidFill>
              </a:defRPr>
            </a:pPr>
            <a:r>
              <a:t>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Video Consultations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ABE"/>
                </a:solidFill>
              </a:defRPr>
            </a:pPr>
            <a:r>
              <a:t>WebRTC calls with live transcript → auto SOAP + patient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</a:defRPr>
            </a:pPr>
            <a:r>
              <a:t>DOCTOR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Talk normally. We document everything.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Browser mic</a:t>
            </a:r>
            <a:br/>
            <a:r>
              <a:t>captures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AEB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Gemini Flash</a:t>
            </a:r>
            <a:br/>
            <a:r>
              <a:t>speech-to-text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AEB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Label Doctor</a:t>
            </a:r>
            <a:br/>
            <a:r>
              <a:t>vs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AEBB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Extract symptoms</a:t>
            </a:r>
            <a:br/>
            <a:r>
              <a:t>drugs, diagnoses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AEBB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SOAP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AI generates</a:t>
            </a:r>
            <a:br/>
            <a:r>
              <a:t>structured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AEBB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Edit &amp; download</a:t>
            </a:r>
            <a:br/>
            <a:r>
              <a:t>as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</a:defRPr>
            </a:pPr>
            <a:r>
              <a:t>PATIENT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Upload a report. Get a complete health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36576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📄 Upload &amp; Extract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PDF, JPG, PNG supported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PyMuPDF text extraction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Tesseract OCR for scans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Any report type: blood, urine,</a:t>
            </a:r>
            <a:br/>
            <a:r>
              <a:t>  imaging, prescription,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7040880" cy="36576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🤖 AI Analysis → 4-Tab Results</a:t>
            </a:r>
          </a:p>
          <a:p>
            <a:pPr>
              <a:spcBef>
                <a:spcPts val="1200"/>
              </a:spcBef>
              <a:defRPr sz="1400" b="0">
                <a:solidFill>
                  <a:srgbClr val="A0AABE"/>
                </a:solidFill>
              </a:defRPr>
            </a:pPr>
            <a:r>
              <a:t>📊 Summary: Plain-language explanation of all findings with flagged abnormals</a:t>
            </a:r>
          </a:p>
          <a:p>
            <a:pPr>
              <a:spcBef>
                <a:spcPts val="1200"/>
              </a:spcBef>
              <a:defRPr sz="1400" b="0">
                <a:solidFill>
                  <a:srgbClr val="A0AABE"/>
                </a:solidFill>
              </a:defRPr>
            </a:pPr>
            <a:r>
              <a:t>👨‍⚕️ Specialists: Which doctor to see + urgency level (routine / 1 week / today)</a:t>
            </a:r>
          </a:p>
          <a:p>
            <a:pPr>
              <a:spcBef>
                <a:spcPts val="1200"/>
              </a:spcBef>
              <a:defRPr sz="1400" b="0">
                <a:solidFill>
                  <a:srgbClr val="A0AABE"/>
                </a:solidFill>
              </a:defRPr>
            </a:pPr>
            <a:r>
              <a:t>🥗 Diet &amp; Exercise: Personalized food plan + safe exercises for their condition</a:t>
            </a:r>
          </a:p>
          <a:p>
            <a:pPr>
              <a:spcBef>
                <a:spcPts val="1200"/>
              </a:spcBef>
              <a:defRPr sz="1400" b="0">
                <a:solidFill>
                  <a:srgbClr val="A0AABE"/>
                </a:solidFill>
              </a:defRPr>
            </a:pPr>
            <a:r>
              <a:t>⚠️ Precautions: Daily habits, lifestyle warnings, emergency signs for 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DR. MEDISENSE — AI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An AI doctor that remembers everything.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38404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🧠 Persistent Memory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Remembers all past conversations via session summaries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Knows patient's uploaded report results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Personalizes advice using full medical history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Auto-generates session titles &amp; summaries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References past findings naturally in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38404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📎 Rich Features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Image &amp; PDF attachments with vision AI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Session history sidebar (Today, Yesterday, etc.)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Animated thinking indicator (shimmer + dots)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Medical safety guardrails built-in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Emergency detection &amp; instant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VIDEO CONSULTATIONS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Consult. Record. Done.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Doctor creates</a:t>
            </a:r>
            <a:br/>
            <a:r>
              <a:t>consultation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Share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6-char code sent</a:t>
            </a:r>
            <a:br/>
            <a:r>
              <a:t>to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Video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WebRTC browser</a:t>
            </a:r>
            <a:br/>
            <a:r>
              <a:t>native — no install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Real-time speech</a:t>
            </a:r>
            <a:br/>
            <a:r>
              <a:t>to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 SOAP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AI generates</a:t>
            </a:r>
            <a:br/>
            <a:r>
              <a:t>clinical note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103120"/>
            <a:ext cx="1737360" cy="27432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F24"/>
                </a:solidFill>
              </a:defRPr>
            </a:pPr>
            <a: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Patient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E"/>
                </a:solidFill>
              </a:defRPr>
            </a:pPr>
            <a:r>
              <a:t>Plain-language</a:t>
            </a:r>
            <a:br/>
            <a:r>
              <a:t>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AEBB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Modern, production-ready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⚙️ Backend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Python 3.11 + FastAPI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SQLAlchemy async + SQLite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OpenAI SDK → OpenRouter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pyannote.audio + scispaCy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PyMuPDF + Tesseract OCR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ReportLab PDF generation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JWT auth (bcrypt + PyJWT)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🎨 Frontend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React 19 + TypeScript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Vite build system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Vanilla CSS (glassmorphism)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WebRTC for video calls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Web Audio API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WebSocket real-time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Role-based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🤖 AI Models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GPT-4o-mini (analysis)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Gemini 2.5 Flash (STT)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Vision model (attachments)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6 specialized AI prompts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Safety system message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Medical NER pipeline</a:t>
            </a:r>
          </a:p>
          <a:p>
            <a:pPr>
              <a:spcBef>
                <a:spcPts val="800"/>
              </a:spcBef>
              <a:defRPr sz="1400" b="0">
                <a:solidFill>
                  <a:srgbClr val="A0AABE"/>
                </a:solidFill>
              </a:defRPr>
            </a:pPr>
            <a:r>
              <a:t>• Auto-summarization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AEB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Full-stack AI platform with 6 API routers.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972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Frontend — React 19 + TypeScript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E"/>
                </a:solidFill>
              </a:defRPr>
            </a:pPr>
            <a:r>
              <a:t>16 pages  •  6 API modules  •  AuthContext  •  WebSocket hooks  •  Glassmorphism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64592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Backend — FastAPI + SQLAlchemy Async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E"/>
                </a:solidFill>
              </a:defRPr>
            </a:pPr>
            <a:r>
              <a:t>Routers: auth • doctor • patient • consultation • chatbot • patient_chatbot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E"/>
                </a:solidFill>
              </a:defRPr>
            </a:pPr>
            <a:r>
              <a:t>Services: claude • transcription • diarization • NER • report_parser • pdf_export • auth • chatbot_agent • patient_chatbot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5120640" cy="10972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Database — SQLite (7 tables)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</a:defRPr>
            </a:pPr>
            <a:r>
              <a:t>users • consultations • chatbot • analyses • chat_sessions • messages •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120640"/>
            <a:ext cx="5212080" cy="109728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AI — OpenRouter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ABE"/>
                </a:solidFill>
              </a:defRPr>
            </a:pPr>
            <a:r>
              <a:t>GPT-4o-mini + Gemini Flash  •  6 prompts  •  Safety guardrails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</a:defRPr>
            </a:pPr>
            <a:r>
              <a:t>SAFETY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Built with medical safety at the 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36576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</a:defRPr>
            </a:pPr>
            <a:r>
              <a:t>🛡️ AI Safety Guardrails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Never makes definitive diagnoses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Never recommends specific drug doses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Uses qualifying language ("suggests", "may indicate")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Emergency detection triggers instant alert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Safety system message on every AI call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All outputs marked as drafts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365760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AEBB"/>
                </a:solidFill>
              </a:defRPr>
            </a:pPr>
            <a:r>
              <a:t>🔒 Platform Security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JWT authentication with bcrypt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Role-based access control (doctor/patient)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CORS policy enforcement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Audit trail for patient chat access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Medical disclaimer on all AI outputs</a:t>
            </a:r>
          </a:p>
          <a:p>
            <a:pPr>
              <a:spcBef>
                <a:spcPts val="800"/>
              </a:spcBef>
              <a:defRPr sz="1500" b="0">
                <a:solidFill>
                  <a:srgbClr val="A0AABE"/>
                </a:solidFill>
              </a:defRPr>
            </a:pPr>
            <a:r>
              <a:t>• File validation &amp; size limits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5AEBB"/>
                </a:solidFill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MediSense AI — AI-Powered Health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ABE"/>
                </a:solidFill>
              </a:defRPr>
            </a:pPr>
            <a:r>
              <a:t>🩺 Doctor SOAP Notes  •  🧬 Patient Report Analysis</a:t>
            </a:r>
            <a:br/>
            <a:r>
              <a:t>🧠 Dr. MediSense Chatbot  •  🎥 Video Consultations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AEBB"/>
                </a:solidFill>
              </a:defRPr>
            </a:pPr>
            <a:r>
              <a:t>Questions? Let's demo it live!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